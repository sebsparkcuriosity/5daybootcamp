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22376"/>
            <a:ext cx="250786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908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SPARK BOOTCAMP · 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21444"/>
            <a:ext cx="8436620" cy="1184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Day 3</a:t>
            </a:r>
          </a:p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Product and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261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0378"/>
            <a:ext cx="7803873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B8A3C4"/>
                </a:solidFill>
                <a:latin typeface="Lora"/>
              </a:rPr>
              <a:t>Ship the smallest slice a real prospect can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BUSINESS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MUSTS, CAPPED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13:30–16:30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BUILD 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6234"/>
            <a:ext cx="10545775" cy="330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AF7F0"/>
                </a:solidFill>
                <a:latin typeface="Inter"/>
              </a:rPr>
              <a:t>Facilitator deck ·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5391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 spc="180">
                <a:solidFill>
                  <a:srgbClr val="F5D699"/>
                </a:solidFill>
                <a:latin typeface="Inter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09:00–09:15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Product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d3-product-context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09:15–10:15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Prioritise and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d3-moscow, d3-story-map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10:15–10:30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10:30–11:30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Draft the technical trio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d3-prd, d3-blueprint, d3-tech-stack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11:30–12:30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Explain-back, repo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d3-github-setup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12:30–13:30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13:30–16:30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Build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d3-mvp-build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16:30–16:50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Domain, email, landing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d3-domain-email, d3-landing-site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16:50–17:00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Next steps, close 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d3-next-steps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Scope it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MoSCoW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Overscoping is the biggest reason a five-day build never ships. Musts, capped at seven.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Story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039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 MoSCoW list says what to build, not the order or the finish line. The map draws one line through it as the MVP slice.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The technical trio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CLAUDE DRAFTS, YOU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18360"/>
            <a:ext cx="10545775" cy="573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PRD, blueprint and tech stack move fast because this is a draft-then-explain skill: Claude drafts, then walks it through in plain English and asks you to poke holes with your domain knowledge. Your corrections reshape the draft.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55976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5597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892552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PRD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222117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single build brief Claude Code can build from without guessing.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25977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25977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62553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92118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Diagrams: what it stores, how it fits together, what it is made of.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395978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9597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432554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762119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chosen stack, a monthly cost, the accounts to open, the MCP servers to connect.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The technical trio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Done when the founder could retell the document to a friend.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47726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Spark house style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What ships by 16:30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THE BUILD SPRINT, BY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18360"/>
            <a:ext cx="3332378" cy="1467612"/>
          </a:xfrm>
          <a:prstGeom prst="roundRect">
            <a:avLst>
              <a:gd name="adj" fmla="val 5607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4392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22245"/>
            <a:ext cx="2820314" cy="294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 deployed working slice on a public URL.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18360"/>
            <a:ext cx="3332378" cy="1467612"/>
          </a:xfrm>
          <a:prstGeom prst="roundRect">
            <a:avLst>
              <a:gd name="adj" fmla="val 5607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5690" y="2374392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5690" y="2722245"/>
            <a:ext cx="2820314" cy="6991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 demonstrable prototype (CAD render or physical mock) plus a pre-order or waitlist page taking real payment intent.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2118360"/>
            <a:ext cx="3332378" cy="1467612"/>
          </a:xfrm>
          <a:prstGeom prst="roundRect">
            <a:avLst>
              <a:gd name="adj" fmla="val 5607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2388" y="2374392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2388" y="2722245"/>
            <a:ext cx="2820314" cy="6991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 productised service package (one sample deliverable) plus a bookable intake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15155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226051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The shared spine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610480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live page a real prospect can act on. That's true whatever you're building.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Handoff: build sprint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8360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83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54936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13:30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484501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Facilitator circulates 1:1, no group session.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88361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836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24937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16:30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54502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Domain, email, landing page go live.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58362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836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694938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16:50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24503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Next-steps list ranks the top 3 blockers.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64939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3856" y="4775835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1892" y="4775835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FAF7F0"/>
                </a:solidFill>
                <a:latin typeface="Lora"/>
              </a:rPr>
              <a:t>This is the day the idea stops being a document and becomes a thing one real person can act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1892" y="5226176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d3-mvp-build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67512"/>
            <a:ext cx="2006290" cy="570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05025"/>
            <a:ext cx="10545775" cy="646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Into 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21763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952745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5274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52745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Confirm the live URL, prototype or sample actually works end to end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927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92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19270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Book real users for tomorrow's usability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85794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579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5794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Three blockers only, everything else waits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8097"/>
            <a:ext cx="738204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AF7F0"/>
                </a:solidFill>
                <a:latin typeface="Lora"/>
              </a:rPr>
              <a:t>Sebastian Lawson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87009"/>
            <a:ext cx="7382042" cy="659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 AI Agency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seb@sparkcuriosityhq.com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sparkconsulting.tech</a:t>
            </a:r>
          </a:p>
        </p:txBody>
      </p:sp>
      <p:pic>
        <p:nvPicPr>
          <p:cNvPr id="17" name="Picture 16" descr="spark-monogram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503" y="5641848"/>
            <a:ext cx="504493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